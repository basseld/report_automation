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1732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4747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72B3A"/>
                </a:solidFill>
                <a:latin typeface="Calibri"/>
              </a:rPr>
              <a:t>Project × Technical Tool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1188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6636C"/>
                </a:solidFill>
                <a:latin typeface="Calibri"/>
              </a:rPr>
              <a:t>Tools required per project, mapped against the shared CareAllies AI Intelligence Layer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1188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56636C"/>
                </a:solidFill>
                <a:latin typeface="Calibri"/>
              </a:rPr>
              <a:t>Legend:  ● core requirement    ○ optional / partial use    · not needed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08760"/>
          <a:ext cx="1362456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Project / Application</a:t>
                      </a:r>
                    </a:p>
                  </a:txBody>
                  <a:tcPr anchor="ctr" marL="50800" marR="50800" marT="38100" marB="38100">
                    <a:solidFill>
                      <a:srgbClr val="17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OCR / Document Extraction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(AWS Textract / multimodal LLM)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Data Federation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(Teradata QueryGrid / AWS Glue-Athena)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PHI De-identification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(AWS Comprehend Medical / Presidio)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Vector Database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(pgvector / OpenSearch / Redshift Vector)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Embeddings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(Amazon Bedrock Titan / Cohere)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LLM Inference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(Amazon Bedrock: Claude / Titan)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RAG Orchestration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(LangChain / LlamaIndex / Bedrock KB)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Governed SQL / Rules Engine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ETL / Orchestration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(Airflow / dbt / PySpark)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ML Modeling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(scikit-learn / XGBoost)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IAM / RBAC &amp; Audit Logging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(AWS IAM / CloudTrail)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LLM Evaluation Framework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(Ragas / DeepEval)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Analyst UI / Dashboard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B3A"/>
                          </a:solidFill>
                          <a:latin typeface="Calibri"/>
                        </a:rPr>
                        <a:t>(Streamlit / DuckDB)</a:t>
                      </a:r>
                    </a:p>
                  </a:txBody>
                  <a:tcPr anchor="ctr" marL="50800" marR="50800" marT="38100" marB="38100">
                    <a:solidFill>
                      <a:srgbClr val="DCEBF5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Clinical Documentation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Intelligence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CareAllies AI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Intelligence Layer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Audit the Auditor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Automated Risk Score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Investigator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Stars Performance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Investigator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Provider Behavior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72B3A"/>
                          </a:solidFill>
                          <a:latin typeface="Calibri"/>
                        </a:rPr>
                        <a:t>Profiling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18A39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6636C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7975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 marL="50800" marR="50800" marT="38100" marB="381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79095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79095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